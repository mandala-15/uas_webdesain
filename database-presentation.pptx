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Database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Project menggunakan Supabase + Drizzle ORM dengan PostgreSQL.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Koneksi Supabase dikelola di lib/supabase.ts.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Skema database didefinisikan di db/schema.ts.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Query dibuat di app/api dan komponen Next.js.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Koneksi Database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lib/supabase.ts: createSupabaseAdmin() untuk Supabase Storage/Admin.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db/index.ts: drizzle() dengan postgres client.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drizzle.config.ts: dbCredentials dari process.env.DATABASE_URL.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Env vars: NEXT_PUBLIC_SUPABASE_URL, SUPABASE_SERVICE_ROLE_KEY, DATABASE_URL.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Tabel Utama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users: id, name, email, password_hash, role, created_at.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kas_masuk: tanggal, sumber, keterangan, jumlah, created_by, created_at.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kas_keluar: tanggal, kategori, keterangan, jumlah, created_by, created_at.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Tabel Lainnya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kegiatan: judul, slug, deskripsi, tanggal_mulai, tanggal_selesai, lokasi, gambar_url.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galeri: judul, gambar_url, mime_type, size, created_by, created_at.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jadwal_sholat_cache: wilayah, provinsi, tanggal, imsak, subuh, dhuha, maghrib, isya.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Relasi &amp; Kunci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Semua tabel transaksi referensi users.createdBy.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users memiliki relasi many ke kas_masuk, kas_keluar, kegiatan, galeri.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jadwal_sholat_cache menggunakan indeks unik pada tanggal.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Contoh Query di Kode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app/api/kas-masuk/route.ts: SELECT dan INSERT ke kas_masuk.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app/api/kas-keluar/route.ts: SELECT dan INSERT ke kas_keluar.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components/public/GalleryGrid.tsx: SELECT galeri dan tampilkan data.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app/dashboard/page.tsx: SELECT kas_masuk dan kas_keluar untuk dashboard.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Melihat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Gunakan dashboard Supabase atau klien PostgreSQL via DATABASE_URL.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Drizzle schema di db/schema.ts membantu memahami struktur tabel.</a:t>
            </a:r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Gunakan Supabase Storage di app/api/upload/route.ts untuk file galeri.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2026-05-18T00:57:57Z</dcterms:created>
  <dcterms:modified xsi:type="dcterms:W3CDTF">2026-05-18T00:57:57Z</dcterms:modified>
</cp:coreProperties>
</file>